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81E83D-3EBF-4EEB-9D4F-FC9C92EE1C7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11338F-1966-488C-856F-64BECAA4C5D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2345D0-A052-40E6-88BB-41D7DD8F299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A26B73-A9E2-4B27-85FB-146AF95DA3B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6BF7C5-9AB6-47CD-9980-95AFBE1DC23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106D38-3B58-4C97-AF40-489FFCAA599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8F581E-A181-428A-A724-90C0D34CB84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DB1703-57E0-44A9-94CE-299ABA76268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49633B-4FF3-4EBC-AF1A-5C687C62DD7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64B6CF-A2F5-476F-80A2-F94D82EF5FA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0530B2-8D58-4831-B530-13BE52C5296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1483200" y="411480"/>
            <a:ext cx="9287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Recruitment Automation System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823320" y="2674800"/>
            <a:ext cx="10606680" cy="14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Week 6 Final Capstone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n8n + Supabase + Google Gemini + Gmail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Human controlled AI assisted recruitment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4002840" y="411480"/>
            <a:ext cx="42469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Business Problem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822960" y="1536840"/>
            <a:ext cx="10606680" cy="21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Manual application review consumes recruiter time.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Skills and experience extraction is repetitive.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Evaluation can become inconsistent.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Candidate records and communications require repeated updates.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External failures can create ambiguous candidate states.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3941640" y="411480"/>
            <a:ext cx="43693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Proposed Solution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822960" y="1600200"/>
            <a:ext cx="10606680" cy="255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Collect applications through n8n.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Validate and store candidates before AI processing.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 Gemini for structured extraction, summarization and advisory evaluation.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Combine transparent rule scoring with AI scoring.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 human review before final status.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Automate interview and rejection communication.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4612320" y="411480"/>
            <a:ext cx="30276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Architecture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822960" y="1600200"/>
            <a:ext cx="106066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Application → Validation → Supabase → AI → Rules → Combined Score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→ Human Review → Decision Normalization → Final Status → Email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Critical failures → Error Logger → Administrator Alert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448160" y="411480"/>
            <a:ext cx="33570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Integration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22960" y="1600200"/>
            <a:ext cx="106066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Structured output prevents free form AI responses from entering business logic.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extracts relevant skills and experience.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generates a concise candidate summary.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provides an advisory score and recommendation.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Allowed recommendation values: shortlist, review, reject.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3618360" y="397800"/>
            <a:ext cx="45057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Human in the Loop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822960" y="1687320"/>
            <a:ext cx="10606680" cy="19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recommendation is never the final decision.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Human decision is stored separately.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Only shortlist or reject is accepted as a final human decision.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Disagreement between AI and human is explicitly supported.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Final status is determined from the authorized human decision.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4525920" y="411480"/>
            <a:ext cx="32011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Data Storage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823320" y="1692000"/>
            <a:ext cx="106066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Supabase acts as the candidate system of record.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candidate_id provides traceability.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fields, human decision and final status remain separate.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Email status and error information are auditable.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4364280" y="411480"/>
            <a:ext cx="35244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Error Handling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823320" y="1600200"/>
            <a:ext cx="106066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Validation failure stops processing safely.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failure is captured without claiming success.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Database failure triggers an alert.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Email failure is recorded separately from final candidate status.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Invalid human decisions are blocked by normalization.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5090040" y="411480"/>
            <a:ext cx="20725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Security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822960" y="1600200"/>
            <a:ext cx="106066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Credentials live in n8n credential management.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 API keys or passwords are placed in workflow fields.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Candidate text is treated as untrusted input.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Prompt injection attempts cannot change workflow instructions.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Protected characteristics are not used as evaluation criteria.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5211360" y="411480"/>
            <a:ext cx="1830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Testing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914400" y="1687320"/>
            <a:ext cx="10606680" cy="19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15 test cases prepared.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Normal cases: valid strong and weak candidates.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Edge cases: missing fields, duplicates and oversized input.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Failure cases: malformed AI output, database failure and email failure.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Security cases: secrets, prompt injection and protected attributes.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4230000" y="457200"/>
            <a:ext cx="42282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Business Benefits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822960" y="1828800"/>
            <a:ext cx="106066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Reduces repetitive recruiter work.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Improves process consistency.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Creates traceable candidate records.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Makes AI reasoning visible as advisory data.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Preserves human accountability.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Improves response speed and operational reliability.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2773800" y="411480"/>
            <a:ext cx="67057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Limitations and Future Work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823320" y="1692000"/>
            <a:ext cx="106066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can still produce inaccurate summaries or scores.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Human oversight remains essential.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Role requirements should be configurable rather than hard coded.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Future extensions: calendar scheduling, recruiter dashboard, resume file parsing and interview feedback.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4796640" y="411480"/>
            <a:ext cx="26593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823320" y="1758600"/>
            <a:ext cx="10606680" cy="14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system demonstrates an end to end AI automation solution.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Validation, AI, storage, human review, notifications, security and error handling are integrated.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central design decision is simple: AI assists, humans authorize.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2026-08-29T14:28:53Z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